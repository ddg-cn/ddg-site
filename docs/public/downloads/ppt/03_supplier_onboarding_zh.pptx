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欢迎成为我们的
合格供应商合作伙伴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062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供应商合规要求培训 | [公司名称]采购合规部门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3A5F"/>
                </a:solidFill>
                <a:latin typeface="Calibri"/>
              </a:rPr>
              <a:t>[演讲者姓名/职位]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[日期]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6217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供应链尽职调查系列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今天我们将介绍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1.  为什么我们有这些合规要求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2.  我们的期望：六大合规领域概述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3.  供应商行为准则（SCoC）——您需要签署和履行的承诺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4.  自评问卷（SAQ）——如何填写和提交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5.  审核流程——您将经历什么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6.  发现问题后的处理方式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7.  我们为您提供的支持资源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8.  联系方式和下一步行动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A1A2E"/>
                </a:solidFill>
                <a:latin typeface="Calibri"/>
              </a:rPr>
              <a:t>• ⏱  预计时长：约60–90分钟，含问答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第一部分
为什么我们有这些要求？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一句话说明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负责任的供应链不是额外的负担——它是我们共同维持市场准入资格的基础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🌍  我们的客户（欧盟、美国、英国市场）正面临强制性供应链法规：德国LkSG、欧盟CSDDD、美国UFLPA……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🔗  这些法规要求我们核查供应商——您的合规状态直接影响我们能否续订合同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💼  简单说：如果您不达标，我们可能无法向您采购，即使产品质量再好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🤝  我们的目标不是找到理由停止合作，而是帮助您达到并维持合规标准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第二部分
我们的期望：六大合规领域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六大合规领域：我们最关注什么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领域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452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最关键要求（前3项）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高风险发现示例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👷 劳工权利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无童工（&lt;16岁）
• 无强迫劳动（无押证件）
• 工资足额按时发放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员工证件被没收
加班工资未支付
工人无法自愿离职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🌿 环境合规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废水合规排放有许可证
• 危废有资质机构处置
• 无违法排污记录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偷排废水
危废随意堆放
无环保验收手续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🔒 供应链安全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有门禁和访客管理
• 集装箱七点检验
• IT系统基本安全控制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外来人员随意进入仓库
无封条管理程序
员工共用账号密码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⚖️ 商业道德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无行贿受贿
• 无利益冲突隐瞒
• 无制裁名单关联实体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以礼品/回扣换订单
股东在受制裁名单内
虚假发票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💡 知识产权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不生产未授权产品
• 保护我方技术信息
• 不使用盗版软件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用我方模具生产标外产品
设计图纸外传给竞争对手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🌱 社区/生物多样性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• 无毁林原料（EUDR）
• 社区申诉机制
• 动物福利（如适用）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棕榈油无RSPO认证
供应商在KBA保护区内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第三部分
供应商行为准则（SCoC）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什么是供应商行为准则（SCoC）？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供应商行为准则（Supplier Code of Conduct，SCoC）是：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我们对所有供应商在劳工权利、环境、道德、安全等方面的最低行为要求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📄  SCoC文件包含什么：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第一章：劳工权利（禁止童工/强迫劳动/工时/工资/安全卫生）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第二章：环境合规（废水/废气/废物/化学品/生物多样性）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第三章：商业道德（反腐败/利益冲突/制裁合规）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第四章：信息安全与数据保护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第五章：知识产权保护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第六章：原材料溯源（冲突矿产/EUDR）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✍️  您须做什么：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阅读并理解SCoC全文 → 由法人代表或授权签署人签署 → 发回我方存档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签署SCoC ≠ 只是一张纸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✅  签署意味着您承诺：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按照SCoC标准经营和管理工厂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接受我方或第三方审核机构的合规审核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主动披露可能影响合规的重大变化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对发现的违规项目采取纠正措施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将同等要求传递给您的主要供应商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⚠️  如果SCoC被违反：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轻微违规：须在90天内整改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重大违规：须在30天内整改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零容忍违规（童工/强迫劳动）：
  可能立即终止合作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我方会提供改善支持，
  不会在无通知情况下突然终止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第四部分
自评问卷（SAQ）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SAQ：您每年需要完成一次的自我评估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📝  SAQ是什么：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一份涵盖劳工、环境、安全、道德等方面的标准化调查问卷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通常60–80道题；完成时间约1–2小时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📅  什么时候发给您：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每年[X月]发送；须在21天内完成并提交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📤  如何提交：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通过[Sedex平台/邮件/我方供应商门户]提交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🌟  如何填好SAQ：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真实填写——我们比较相关文件，矛盾回答比不合格回复危害更大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不确定的问题可填写"正在整改中"并说明进度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提前准备好关键文件（营业执照、社保记录、环保许可证等）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如有疑问，联系我方采购联系人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第五部分
审核流程：您将经历什么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审核的三种形式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📋  桌面审核（Desktop Review）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我方核查您提交的文件和SAQ回复；无需到访；通常用于低风险供应商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🏭  现场审核（On-site Audit）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审核员到工厂进行1–2天实地检查；适用于高风险供应商和新供应商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包括：工厂参观 + 文件核查 + 工人访谈 + 开场/末次会议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⚡  不预告审核（Unannounced Audit）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不提前通知，直接到厂；用于确认日常运营状态与审核准备时一致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提示：如果工厂日常运营合规，不预告审核没什么可担心的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📅  审核频次参考：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低风险供应商：每2年一次 | 中等风险：每年一次 | 高风险：每年2次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审核当天：请准备好这些文件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文件类别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452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具体文件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43000"/>
            <a:ext cx="3703320" cy="438912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营业资质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营业执照、生产许可证、出口资质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581912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61848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须在有效期内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劳工文件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员工名册、劳动合同（抽样）、工资单（近3个月）、考勤记录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020824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057400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覆盖正式工+劳务工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社会保险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社保缴费清单（近3个月）+ 社保局查询截图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2459736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496312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须与员工名册对应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安全卫生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消防验收、安全生产许可证（如适用）、职业病防治档案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898648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2935224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特种作业人员须持证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环保文件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排污许可证、废水监测报告（近1年）、危废转移联单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3337560"/>
            <a:ext cx="3703320" cy="420623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374136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须为有效证件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道德合规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反腐败政策、利益冲突申报记录、举报机制说明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776472"/>
            <a:ext cx="3703320" cy="4206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813048"/>
            <a:ext cx="36576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F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第六部分
发现问题后如何处理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审核发现问题≠合作终止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🔄  我们处理问题的原则：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首要目标是"帮助改善"，而非"找到理由罚款或停止合作"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📋  收到审核报告后，您须：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Step 1：在7天内确认收到报告，并指定整改负责人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Step 2：针对每个发现项，制定纠正行动计划（CAP）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Step 3：在约定时限内完成整改，并提供证明材料（照片/文件）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Step 4：等待我方确认整改关闭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💡  CAP写作技巧：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说明"根本原因"（为什么会发生）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写出"具体行动"（做什么，不要写"加强管理"）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指定"负责人"和"完成日期"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•    • 准备"验证证据"（审核员可以检查什么）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第七部分
我们提供的支持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我们不只是提要求——我们也提供支持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📚  培训资源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本培训材料（可下载）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供应商行为准则详细说明文档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SAQ填写指引（含常见问题解答）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审核准备清单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纠正行动计划模板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14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🤝  直接支持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采购联系人：SAQ和合规问题首要联系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合规团队：复杂问题和政策解读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审核前电话会议：首次审核前可预约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整改期间辅导：重大发现项可申请顾问支持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• 供应商绩效奖励：持续合规供应商享受优先采购政策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[公司名称] | 供应链尽职调查项目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我们期待与您长期合作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94560"/>
            <a:ext cx="10360152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46888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50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下一步：签署SCoC并在[日期]前提交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73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填写SAQ：我们将在[日期]发送链接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320040" cy="3200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问题和疑虑：请随时联系您的采购联系人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C757D"/>
                </a:solidFill>
                <a:latin typeface="Calibri"/>
              </a:rPr>
              <a:t>采购合规联系：[采购联系人] | [邮箱] | [电话]  |  合规部门：[compliance@company.com]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